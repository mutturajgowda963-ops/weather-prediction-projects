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6"/>
  </p:notesMasterIdLst>
  <p:sldIdLst>
    <p:sldId id="278" r:id="rId5"/>
    <p:sldId id="280" r:id="rId6"/>
    <p:sldId id="279" r:id="rId7"/>
    <p:sldId id="281" r:id="rId8"/>
    <p:sldId id="282" r:id="rId9"/>
    <p:sldId id="287" r:id="rId10"/>
    <p:sldId id="285" r:id="rId11"/>
    <p:sldId id="286" r:id="rId12"/>
    <p:sldId id="283" r:id="rId13"/>
    <p:sldId id="284" r:id="rId14"/>
    <p:sldId id="28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01546-198A-4195-BCF8-F0FF54C90E5E}" type="datetimeFigureOut">
              <a:rPr lang="en-US" smtClean="0"/>
              <a:t>12/19/2024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DE88F-1F85-4A27-9D34-D74A50E7B0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7847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7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86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4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5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12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9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13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55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5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50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8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529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09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647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25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78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A1C807-B9AD-4C9B-BF9F-60F034289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1" cy="6857990"/>
          </a:xfrm>
          <a:prstGeom prst="rect">
            <a:avLst/>
          </a:prstGeom>
        </p:spPr>
      </p:pic>
      <p:sp useBgFill="1">
        <p:nvSpPr>
          <p:cNvPr id="103" name="Freeform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:a16="http://schemas.microsoft.com/office/drawing/2014/main" xmlns:p14="http://schemas.microsoft.com/office/powerpoint/2010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82356" y="2257447"/>
            <a:ext cx="3730319" cy="2343096"/>
          </a:xfrm>
        </p:spPr>
        <p:txBody>
          <a:bodyPr>
            <a:normAutofit/>
          </a:bodyPr>
          <a:lstStyle/>
          <a:p>
            <a:pPr algn="l"/>
            <a:r>
              <a:rPr lang="en-US" sz="2800" dirty="0">
                <a:latin typeface="Castellar" panose="020A0402060406010301" pitchFamily="18" charset="0"/>
              </a:rPr>
              <a:t>The weather prediction using machine learning</a:t>
            </a:r>
          </a:p>
          <a:p>
            <a:pPr algn="l"/>
            <a:endParaRPr lang="en-US" sz="2800" dirty="0">
              <a:latin typeface="Castellar" panose="020A0402060406010301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DC888-9F7C-1C5F-34AE-17346CFC6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616" y="438151"/>
            <a:ext cx="5182205" cy="1257300"/>
          </a:xfrm>
        </p:spPr>
        <p:txBody>
          <a:bodyPr>
            <a:normAutofit/>
          </a:bodyPr>
          <a:lstStyle/>
          <a:p>
            <a:r>
              <a:rPr lang="en-US" sz="6000" dirty="0"/>
              <a:t>Presented by:</a:t>
            </a:r>
            <a:endParaRPr lang="en-IN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FE991-51EE-6356-4F6F-F45C4BA8FD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76451"/>
            <a:ext cx="6642037" cy="1950118"/>
          </a:xfrm>
        </p:spPr>
        <p:txBody>
          <a:bodyPr>
            <a:normAutofit/>
          </a:bodyPr>
          <a:lstStyle/>
          <a:p>
            <a:r>
              <a:rPr lang="en-US" dirty="0"/>
              <a:t>MANOJ C.S							1RL22CI029</a:t>
            </a:r>
          </a:p>
          <a:p>
            <a:r>
              <a:rPr lang="en-US" dirty="0"/>
              <a:t>MUTHARAJU S.R					1RL22CI031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3C81B1-4A37-7CC6-81F6-98A90257A345}"/>
              </a:ext>
            </a:extLst>
          </p:cNvPr>
          <p:cNvSpPr txBox="1"/>
          <p:nvPr/>
        </p:nvSpPr>
        <p:spPr>
          <a:xfrm>
            <a:off x="7042486" y="4407569"/>
            <a:ext cx="45880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UNDER THE GUIDANCE OF:</a:t>
            </a:r>
          </a:p>
          <a:p>
            <a:r>
              <a:rPr lang="en-US" sz="2400" dirty="0"/>
              <a:t>PROF. ANUPRIYA AG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795796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0EF2A0DA-AE81-4A45-972E-646AC2870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7025" y="549491"/>
            <a:ext cx="4538124" cy="970450"/>
          </a:xfrm>
        </p:spPr>
        <p:txBody>
          <a:bodyPr anchor="b">
            <a:normAutofit/>
          </a:bodyPr>
          <a:lstStyle/>
          <a:p>
            <a:pPr algn="l"/>
            <a:r>
              <a:rPr lang="en-US" sz="4000" dirty="0">
                <a:latin typeface="Castellar" panose="020A0402060406010301" pitchFamily="18" charset="0"/>
              </a:rPr>
              <a:t>Contents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260476B-CCA6-412B-A9C5-399C34AE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3802" y="1764533"/>
            <a:ext cx="5291506" cy="4058751"/>
          </a:xfrm>
        </p:spPr>
        <p:txBody>
          <a:bodyPr anchor="t">
            <a:normAutofit lnSpcReduction="10000"/>
          </a:bodyPr>
          <a:lstStyle/>
          <a:p>
            <a:r>
              <a:rPr lang="en-US" sz="3200" dirty="0"/>
              <a:t>Introduction </a:t>
            </a:r>
          </a:p>
          <a:p>
            <a:r>
              <a:rPr lang="en-US" sz="3200" dirty="0"/>
              <a:t>Abstract</a:t>
            </a:r>
          </a:p>
          <a:p>
            <a:r>
              <a:rPr lang="en-US" sz="3200" dirty="0" err="1"/>
              <a:t>Literarure</a:t>
            </a:r>
            <a:r>
              <a:rPr lang="en-US" sz="3200" dirty="0"/>
              <a:t> survey </a:t>
            </a:r>
          </a:p>
          <a:p>
            <a:r>
              <a:rPr lang="en-US" sz="3200" dirty="0"/>
              <a:t>Requirements and architecture</a:t>
            </a:r>
          </a:p>
          <a:p>
            <a:r>
              <a:rPr lang="en-US" sz="3200" dirty="0"/>
              <a:t>Advantages and limitations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220235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0B571-3502-22E9-CCEE-617F33BD5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E2612-2935-3FD5-299B-237D17644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Weather prediction is vital for sectors like agriculture, transportation, and disaster management. This project uses machine learning with scikit-learn for model training and pandas for data validation to enhance the accuracy of weather forecasts. By processing historical weather data, the project aims to develop a reliable system for accurate weather predictions, aiding in informed decision-making for various applications.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563742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8CF4B-142C-53AE-6508-869CB8ADA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956C7-0E2C-3024-BC19-F666D29CA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project focuses on developing a weather prediction system using machine learning techniques. The primary goal is to accurately forecast weather conditions based on historical data. We utilize </a:t>
            </a:r>
            <a:r>
              <a:rPr lang="en-US" b="1" dirty="0"/>
              <a:t>scikit-learn</a:t>
            </a:r>
            <a:r>
              <a:rPr lang="en-US" dirty="0"/>
              <a:t> for training our predictive model and </a:t>
            </a:r>
            <a:r>
              <a:rPr lang="en-US" b="1" dirty="0"/>
              <a:t>pandas</a:t>
            </a:r>
            <a:r>
              <a:rPr lang="en-US" dirty="0"/>
              <a:t> for data validation and preprocessing. By leveraging these powerful libraries, we aim to create a robust and reliable weather prediction model that can help in making informed decisions for various applications, such as agriculture, disaster management, and daily planning.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7293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8206B-2EB2-264B-5F09-507FEE308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SURVEY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EDBFB7E-2143-953C-4709-0C8E294C25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1145899"/>
              </p:ext>
            </p:extLst>
          </p:nvPr>
        </p:nvGraphicFramePr>
        <p:xfrm>
          <a:off x="196645" y="2076449"/>
          <a:ext cx="11897031" cy="36193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6581">
                  <a:extLst>
                    <a:ext uri="{9D8B030D-6E8A-4147-A177-3AD203B41FA5}">
                      <a16:colId xmlns:a16="http://schemas.microsoft.com/office/drawing/2014/main" val="1519496048"/>
                    </a:ext>
                  </a:extLst>
                </a:gridCol>
                <a:gridCol w="2379406">
                  <a:extLst>
                    <a:ext uri="{9D8B030D-6E8A-4147-A177-3AD203B41FA5}">
                      <a16:colId xmlns:a16="http://schemas.microsoft.com/office/drawing/2014/main" val="3121064371"/>
                    </a:ext>
                  </a:extLst>
                </a:gridCol>
                <a:gridCol w="1563329">
                  <a:extLst>
                    <a:ext uri="{9D8B030D-6E8A-4147-A177-3AD203B41FA5}">
                      <a16:colId xmlns:a16="http://schemas.microsoft.com/office/drawing/2014/main" val="4272833121"/>
                    </a:ext>
                  </a:extLst>
                </a:gridCol>
                <a:gridCol w="2536723">
                  <a:extLst>
                    <a:ext uri="{9D8B030D-6E8A-4147-A177-3AD203B41FA5}">
                      <a16:colId xmlns:a16="http://schemas.microsoft.com/office/drawing/2014/main" val="81590343"/>
                    </a:ext>
                  </a:extLst>
                </a:gridCol>
                <a:gridCol w="2113935">
                  <a:extLst>
                    <a:ext uri="{9D8B030D-6E8A-4147-A177-3AD203B41FA5}">
                      <a16:colId xmlns:a16="http://schemas.microsoft.com/office/drawing/2014/main" val="4034330631"/>
                    </a:ext>
                  </a:extLst>
                </a:gridCol>
                <a:gridCol w="2517057">
                  <a:extLst>
                    <a:ext uri="{9D8B030D-6E8A-4147-A177-3AD203B41FA5}">
                      <a16:colId xmlns:a16="http://schemas.microsoft.com/office/drawing/2014/main" val="650028816"/>
                    </a:ext>
                  </a:extLst>
                </a:gridCol>
              </a:tblGrid>
              <a:tr h="784738">
                <a:tc>
                  <a:txBody>
                    <a:bodyPr/>
                    <a:lstStyle/>
                    <a:p>
                      <a:r>
                        <a:rPr lang="en-US" sz="2400" dirty="0" err="1"/>
                        <a:t>Slno</a:t>
                      </a:r>
                      <a:r>
                        <a:rPr lang="en-US" sz="2400" dirty="0"/>
                        <a:t>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Title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Author</a:t>
                      </a:r>
                      <a:endParaRPr lang="en-IN" dirty="0"/>
                    </a:p>
                  </a:txBody>
                  <a:tcPr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Facts and findings</a:t>
                      </a:r>
                      <a:endParaRPr lang="en-IN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Limitations </a:t>
                      </a:r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Enhancement </a:t>
                      </a:r>
                      <a:endParaRPr lang="en-IN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950293"/>
                  </a:ext>
                </a:extLst>
              </a:tr>
              <a:tr h="1527995">
                <a:tc>
                  <a:txBody>
                    <a:bodyPr/>
                    <a:lstStyle/>
                    <a:p>
                      <a:r>
                        <a:rPr lang="en-US" dirty="0"/>
                        <a:t>1.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Weather Prediction Using Machine Learning (February 2021).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Patel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Abhishek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Singh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Pawan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Kumar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Tandon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Shivam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Accurate forecasts critical for sectors.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Dataset sourced from weather service.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Importance of feature scaling emphasized.</a:t>
                      </a:r>
                    </a:p>
                    <a:p>
                      <a:endParaRPr lang="en-IN" dirty="0"/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Single location data limits accuracy.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Less reliable than professional forecasters.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Outliers negatively impact performance.</a:t>
                      </a:r>
                    </a:p>
                    <a:p>
                      <a:endParaRPr lang="en-IN" dirty="0"/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Machine learning for short-term predictions.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Automated historical data collection.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Comprehensive model evaluation.</a:t>
                      </a:r>
                    </a:p>
                    <a:p>
                      <a:endParaRPr lang="en-IN" dirty="0"/>
                    </a:p>
                  </a:txBody>
                  <a:tcPr>
                    <a:lnT w="381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4328195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0371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24879-F371-2973-F580-7BDC6147D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206477"/>
            <a:ext cx="10353762" cy="1257300"/>
          </a:xfrm>
        </p:spPr>
        <p:txBody>
          <a:bodyPr/>
          <a:lstStyle/>
          <a:p>
            <a:r>
              <a:rPr lang="en-US" dirty="0"/>
              <a:t>SOFTWARE REQUIREMENTS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18775-BB2B-AF1B-0749-5CB40F6443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8772" y="1463777"/>
            <a:ext cx="2743805" cy="5330313"/>
          </a:xfrm>
        </p:spPr>
        <p:txBody>
          <a:bodyPr>
            <a:normAutofit/>
          </a:bodyPr>
          <a:lstStyle/>
          <a:p>
            <a:r>
              <a:rPr lang="en-IN" sz="2000" dirty="0"/>
              <a:t>Operating System</a:t>
            </a:r>
          </a:p>
          <a:p>
            <a:r>
              <a:rPr lang="en-IN" sz="2000" dirty="0"/>
              <a:t>Python</a:t>
            </a:r>
          </a:p>
          <a:p>
            <a:r>
              <a:rPr lang="en-IN" sz="2000" dirty="0"/>
              <a:t>IDE or Code Editor</a:t>
            </a:r>
          </a:p>
          <a:p>
            <a:r>
              <a:rPr lang="en-IN" sz="2000" dirty="0"/>
              <a:t>Scikit-Learn</a:t>
            </a:r>
          </a:p>
          <a:p>
            <a:r>
              <a:rPr lang="en-IN" sz="2000" dirty="0"/>
              <a:t>Pandas</a:t>
            </a:r>
          </a:p>
          <a:p>
            <a:r>
              <a:rPr lang="en-IN" sz="2000" dirty="0"/>
              <a:t>NumPy</a:t>
            </a:r>
          </a:p>
          <a:p>
            <a:r>
              <a:rPr lang="en-IN" sz="2000" dirty="0"/>
              <a:t>Matplotlib/Seaborn</a:t>
            </a:r>
          </a:p>
          <a:p>
            <a:r>
              <a:rPr lang="en-IN" sz="2000" dirty="0"/>
              <a:t>SciPy</a:t>
            </a:r>
          </a:p>
          <a:p>
            <a:r>
              <a:rPr lang="en-IN" sz="2000" dirty="0"/>
              <a:t>Additional Tools</a:t>
            </a:r>
          </a:p>
          <a:p>
            <a:r>
              <a:rPr lang="en-IN" sz="2000" dirty="0"/>
              <a:t>Git</a:t>
            </a:r>
          </a:p>
          <a:p>
            <a:r>
              <a:rPr lang="en-IN" sz="2000" dirty="0" err="1"/>
              <a:t>Jupyter</a:t>
            </a:r>
            <a:r>
              <a:rPr lang="en-IN" sz="2000" dirty="0"/>
              <a:t> Notebook</a:t>
            </a:r>
          </a:p>
        </p:txBody>
      </p:sp>
    </p:spTree>
    <p:extLst>
      <p:ext uri="{BB962C8B-B14F-4D97-AF65-F5344CB8AC3E}">
        <p14:creationId xmlns:p14="http://schemas.microsoft.com/office/powerpoint/2010/main" val="3326523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34AF2-96F4-FB90-E426-E41260824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EC22E-A031-2086-E046-8311E8EFC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206477"/>
            <a:ext cx="10353762" cy="1257300"/>
          </a:xfrm>
        </p:spPr>
        <p:txBody>
          <a:bodyPr/>
          <a:lstStyle/>
          <a:p>
            <a:r>
              <a:rPr lang="en-US" dirty="0"/>
              <a:t>HARDWARE REQUIREMENTS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8B6FB-F7C4-034F-7460-2A154028C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2220" y="1692991"/>
            <a:ext cx="6469216" cy="3472017"/>
          </a:xfrm>
        </p:spPr>
        <p:txBody>
          <a:bodyPr>
            <a:normAutofit/>
          </a:bodyPr>
          <a:lstStyle/>
          <a:p>
            <a:r>
              <a:rPr lang="en-US" sz="3200" dirty="0"/>
              <a:t>Computer</a:t>
            </a:r>
          </a:p>
          <a:p>
            <a:r>
              <a:rPr lang="en-US" sz="3200" dirty="0"/>
              <a:t>Webcam</a:t>
            </a:r>
          </a:p>
          <a:p>
            <a:r>
              <a:rPr lang="en-US" sz="3200" dirty="0"/>
              <a:t>Storage</a:t>
            </a:r>
          </a:p>
          <a:p>
            <a:r>
              <a:rPr lang="en-US" sz="3200" dirty="0"/>
              <a:t>Internet Connection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911703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49211-1711-0C7D-93F9-FB887ABD6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9B3BB7-4F13-4608-6F31-228802477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2076449"/>
            <a:ext cx="7197212" cy="3714749"/>
          </a:xfrm>
        </p:spPr>
        <p:txBody>
          <a:bodyPr>
            <a:normAutofit/>
          </a:bodyPr>
          <a:lstStyle/>
          <a:p>
            <a:r>
              <a:rPr lang="en-US" sz="3200" dirty="0"/>
              <a:t>Data Quality</a:t>
            </a:r>
          </a:p>
          <a:p>
            <a:r>
              <a:rPr lang="en-US" sz="3200" dirty="0"/>
              <a:t>Complexity of Weather </a:t>
            </a:r>
            <a:r>
              <a:rPr lang="en-US" sz="3500" dirty="0"/>
              <a:t>Systems</a:t>
            </a:r>
            <a:endParaRPr lang="en-US" sz="3200" dirty="0"/>
          </a:p>
          <a:p>
            <a:r>
              <a:rPr lang="en-US" sz="3200" dirty="0"/>
              <a:t>Model Limitations</a:t>
            </a:r>
          </a:p>
          <a:p>
            <a:r>
              <a:rPr lang="en-US" sz="3200" dirty="0"/>
              <a:t>Computational Resources</a:t>
            </a:r>
          </a:p>
          <a:p>
            <a:r>
              <a:rPr lang="en-US" sz="3200" dirty="0"/>
              <a:t>Short-Term vs Long-Term Prediction</a:t>
            </a:r>
          </a:p>
        </p:txBody>
      </p:sp>
    </p:spTree>
    <p:extLst>
      <p:ext uri="{BB962C8B-B14F-4D97-AF65-F5344CB8AC3E}">
        <p14:creationId xmlns:p14="http://schemas.microsoft.com/office/powerpoint/2010/main" val="4032518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89FCF-5C24-C071-1651-430491B70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53C68-5065-08CA-FE02-DDAAB5A34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4C87C-C94B-462D-BAAA-C04B05E966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2076449"/>
            <a:ext cx="5182205" cy="3714749"/>
          </a:xfrm>
        </p:spPr>
        <p:txBody>
          <a:bodyPr>
            <a:normAutofit/>
          </a:bodyPr>
          <a:lstStyle/>
          <a:p>
            <a:r>
              <a:rPr lang="en-US" sz="3200" dirty="0"/>
              <a:t>Agriculture</a:t>
            </a:r>
          </a:p>
          <a:p>
            <a:r>
              <a:rPr lang="en-US" sz="3200" dirty="0"/>
              <a:t>Transportation</a:t>
            </a:r>
          </a:p>
          <a:p>
            <a:r>
              <a:rPr lang="en-US" sz="3200" dirty="0"/>
              <a:t>Disaster Management</a:t>
            </a:r>
          </a:p>
          <a:p>
            <a:r>
              <a:rPr lang="en-US" sz="3200" dirty="0"/>
              <a:t>Daily Planning</a:t>
            </a:r>
          </a:p>
          <a:p>
            <a:r>
              <a:rPr lang="en-US" sz="3200" dirty="0"/>
              <a:t>Tourism and Event Planning</a:t>
            </a:r>
          </a:p>
        </p:txBody>
      </p:sp>
    </p:spTree>
    <p:extLst>
      <p:ext uri="{BB962C8B-B14F-4D97-AF65-F5344CB8AC3E}">
        <p14:creationId xmlns:p14="http://schemas.microsoft.com/office/powerpoint/2010/main" val="24949124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962E6DD-AFC0-F04B-ACD5-C662F9EE3BD0}"/>
              </a:ext>
            </a:extLst>
          </p:cNvPr>
          <p:cNvSpPr txBox="1"/>
          <p:nvPr/>
        </p:nvSpPr>
        <p:spPr>
          <a:xfrm>
            <a:off x="2453148" y="2505670"/>
            <a:ext cx="72857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/>
              <a:t>THANK YOU</a:t>
            </a: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27629762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ustom 35">
      <a:dk1>
        <a:sysClr val="windowText" lastClr="000000"/>
      </a:dk1>
      <a:lt1>
        <a:sysClr val="window" lastClr="FFFFFF"/>
      </a:lt1>
      <a:dk2>
        <a:srgbClr val="4E3B30"/>
      </a:dk2>
      <a:lt2>
        <a:srgbClr val="F4EDD8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2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{6B2C5BA0-5B64-4826-8346-82F5A72591D9}tf55705232_win32</Template>
  <TotalTime>146</TotalTime>
  <Words>336</Words>
  <Application>Microsoft Office PowerPoint</Application>
  <PresentationFormat>Widescreen</PresentationFormat>
  <Paragraphs>72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Castellar</vt:lpstr>
      <vt:lpstr>Goudy Old Style</vt:lpstr>
      <vt:lpstr>Wingdings 2</vt:lpstr>
      <vt:lpstr>SlateVTI</vt:lpstr>
      <vt:lpstr>PowerPoint Presentation</vt:lpstr>
      <vt:lpstr>Presented by:</vt:lpstr>
      <vt:lpstr>Contents</vt:lpstr>
      <vt:lpstr>INTRODUCTION</vt:lpstr>
      <vt:lpstr>Abstract </vt:lpstr>
      <vt:lpstr>LITERATURE SURVEY</vt:lpstr>
      <vt:lpstr>SOFTWARE REQUIREMENTS</vt:lpstr>
      <vt:lpstr>HARDWARE REQUIREMENTS</vt:lpstr>
      <vt:lpstr>LIMITATIONS</vt:lpstr>
      <vt:lpstr>ADVANTAGES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Mutharajugowda2004@outlook.com</dc:creator>
  <cp:lastModifiedBy>Mutharajugowda2004@outlook.com</cp:lastModifiedBy>
  <cp:revision>2</cp:revision>
  <dcterms:created xsi:type="dcterms:W3CDTF">2024-11-27T13:35:12Z</dcterms:created>
  <dcterms:modified xsi:type="dcterms:W3CDTF">2024-12-19T05:13:51Z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